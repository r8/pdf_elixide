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7772400" cy="10058400"/>
  <p:notesSz cx="7772400" cy="100584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presProps" Target="presProp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10363200" cy="1143000"/>
          </a:xfrm>
        </p:spPr>
        <p:txBody>
          <a:bodyPr/>
          <a:lstStyle/>
          <a:p/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914400" y="1905000"/>
            <a:ext cx="10363200" cy="4343400"/>
          </a:xfrm>
        </p:spPr>
        <p:txBody>
          <a:bodyPr/>
          <a:lstStyle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609600"/>
            <a:ext cx="2058771" cy="426719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dirty="0" sz="2400">
                <a:latin typeface="Helvetica"/>
              </a:rPr>
              <a:t>Page One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609600"/>
            <a:ext cx="2058314" cy="426719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dirty="0" sz="2400">
                <a:latin typeface="Helvetica"/>
              </a:rPr>
              <a:t>Page Two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609600"/>
            <a:ext cx="2388870" cy="426719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dirty="0" sz="2400">
                <a:latin typeface="Helvetica"/>
              </a:rPr>
              <a:t>Page Three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